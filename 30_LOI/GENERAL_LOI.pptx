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Anticloud FZ LLE · PAX L5 Narrow L2 General 27B · Anticloud Corpus</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*Version: 1.0 · Effective:* October 2026</a:t>
            </a:r>
          </a:p>
          <a:p>
            <a:pPr>
              <a:spcAft>
                <a:spcPts val="400"/>
              </a:spcAft>
              <a:defRPr sz="1300">
                <a:solidFill>
                  <a:srgbClr val="0D0D0C"/>
                </a:solidFill>
              </a:defRPr>
            </a:pPr>
            <a:r>
              <a:t>*Issuer:* Anticloud FZ LLE, Dubai, UAE · 0-1.gg · lois@0-1.gg</a:t>
            </a:r>
          </a:p>
          <a:p>
            <a:pPr>
              <a:spcAft>
                <a:spcPts val="400"/>
              </a:spcAft>
              <a:defRPr sz="1300">
                <a:solidFill>
                  <a:srgbClr val="0D0D0C"/>
                </a:solidFill>
              </a:defRPr>
            </a:pPr>
            <a:r>
              <a:t>*Harvard Dataverse:* DOI 10.7910/DVN/YMJKOG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Preamble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This General Letter of Intent ("General LOI") governs your access to and use of any software, model weights, documentation, infrastructure code, research outputs, or associated materials within the Anticloud corpus, specifically including the *Pax Arc Solver* module ("Software"), including but not limited to PAX L5 Narrow L2 General 27B, AIOSS format, KANTOR K5, Anticommons License, and all 199+ projects in the Anticloud repository.</a:t>
            </a:r>
          </a:p>
          <a:p>
            <a:pPr>
              <a:spcAft>
                <a:spcPts val="400"/>
              </a:spcAft>
              <a:defRPr sz="1300">
                <a:solidFill>
                  <a:srgbClr val="0D0D0C"/>
                </a:solidFill>
              </a:defRPr>
            </a:pPr>
            <a:r>
              <a:t>By completing the installation process and signing this LOI (typing "I AGREE" when prompted), you ("User") confirm your understanding of and agreement to the terms below.</a:t>
            </a:r>
          </a:p>
          <a:p>
            <a:pPr>
              <a:spcAft>
                <a:spcPts val="400"/>
              </a:spcAft>
              <a:defRPr sz="1300">
                <a:solidFill>
                  <a:srgbClr val="0D0D0C"/>
                </a:solidFill>
              </a:defRPr>
            </a:pPr>
            <a:r>
              <a:t>*This General LOI permits only personal development, archival, testing, academic research, and educational use. Any commercial use, client-facing deployment, or use that reaches any external or private consumer requires an Enterprise LOI and Enterprise License.*</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1 — Permitted Uses (General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you are permitted to:</a:t>
            </a:r>
          </a:p>
          <a:p>
            <a:pPr>
              <a:spcAft>
                <a:spcPts val="400"/>
              </a:spcAft>
              <a:defRPr sz="1300">
                <a:solidFill>
                  <a:srgbClr val="0D0D0C"/>
                </a:solidFill>
              </a:defRPr>
            </a:pPr>
            <a:r>
              <a:t>1.1 Install and run the Software on your own hardware for personal development and testing purposes.</a:t>
            </a:r>
          </a:p>
          <a:p>
            <a:pPr>
              <a:spcAft>
                <a:spcPts val="400"/>
              </a:spcAft>
              <a:defRPr sz="1300">
                <a:solidFill>
                  <a:srgbClr val="0D0D0C"/>
                </a:solidFill>
              </a:defRPr>
            </a:pPr>
            <a:r>
              <a:t>1.2 Study, modify, and experiment with the Software for academic research, education, or personal skill development.</a:t>
            </a:r>
          </a:p>
          <a:p>
            <a:pPr>
              <a:spcAft>
                <a:spcPts val="400"/>
              </a:spcAft>
              <a:defRPr sz="1300">
                <a:solidFill>
                  <a:srgbClr val="0D0D0C"/>
                </a:solidFill>
              </a:defRPr>
            </a:pPr>
            <a:r>
              <a:t>1.3 Archive copies of the Software for personal backup and archival purposes.</a:t>
            </a:r>
          </a:p>
          <a:p>
            <a:pPr>
              <a:spcAft>
                <a:spcPts val="400"/>
              </a:spcAft>
              <a:defRPr sz="1300">
                <a:solidFill>
                  <a:srgbClr val="0D0D0C"/>
                </a:solidFill>
              </a:defRPr>
            </a:pPr>
            <a:r>
              <a:t>1.4 Contribute to the Anticloud open-source corpus under the Apache 2.0 and Anticommons Enterprise License 1.0 terms.</a:t>
            </a:r>
          </a:p>
          <a:p>
            <a:pPr>
              <a:spcAft>
                <a:spcPts val="400"/>
              </a:spcAft>
              <a:defRPr sz="1300">
                <a:solidFill>
                  <a:srgbClr val="0D0D0C"/>
                </a:solidFill>
              </a:defRPr>
            </a:pPr>
            <a:r>
              <a:t>1.5 Demonstrate the Software in non-commercial educational or conference settings where no client or end-user receives direct access to Software outputs as a service.</a:t>
            </a:r>
          </a:p>
          <a:p>
            <a:pPr>
              <a:spcAft>
                <a:spcPts val="400"/>
              </a:spcAft>
              <a:defRPr sz="1300">
                <a:solidFill>
                  <a:srgbClr val="0D0D0C"/>
                </a:solidFill>
              </a:defRPr>
            </a:pPr>
            <a:r>
              <a:t>1.6 Fork and adapt the Software for personal study, provided attribution to Anticloud FZ LLE and ORCID 0009-0009-2233-6107 is maintained.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2 — Prohibited Uses Without Enterprise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the following are *strictly prohibited*:</a:t>
            </a:r>
          </a:p>
          <a:p>
            <a:pPr>
              <a:spcAft>
                <a:spcPts val="400"/>
              </a:spcAft>
              <a:defRPr sz="1300">
                <a:solidFill>
                  <a:srgbClr val="0D0D0C"/>
                </a:solidFill>
              </a:defRPr>
            </a:pPr>
            <a:r>
              <a:t>2.1 *Client services:* Using the Software or any derivative to provide services, outputs, decisions, or analysis to any client, customer, employer, or third party — whether paid or unpaid.</a:t>
            </a:r>
          </a:p>
          <a:p>
            <a:pPr>
              <a:spcAft>
                <a:spcPts val="400"/>
              </a:spcAft>
              <a:defRPr sz="1300">
                <a:solidFill>
                  <a:srgbClr val="0D0D0C"/>
                </a:solidFill>
              </a:defRPr>
            </a:pPr>
            <a:r>
              <a:t>2.2 *External user access:* Deploying the Software in any environment where external or private consumers (other than you personally) receive access to Software outputs.</a:t>
            </a:r>
          </a:p>
          <a:p>
            <a:pPr>
              <a:spcAft>
                <a:spcPts val="400"/>
              </a:spcAft>
              <a:defRPr sz="1300">
                <a:solidFill>
                  <a:srgbClr val="0D0D0C"/>
                </a:solidFill>
              </a:defRPr>
            </a:pPr>
            <a:r>
              <a:t>2.3 *Internal enterprise deployment:* Using the Software within an organization of 2 or more employees for any production or semi-production purpose.</a:t>
            </a:r>
          </a:p>
          <a:p>
            <a:pPr>
              <a:spcAft>
                <a:spcPts val="400"/>
              </a:spcAft>
              <a:defRPr sz="1300">
                <a:solidFill>
                  <a:srgbClr val="0D0D0C"/>
                </a:solidFill>
              </a:defRPr>
            </a:pPr>
            <a:r>
              <a:t>2.4 *Revenue generation:* Directly or indirectly generating revenue, tokens, credits, or commercial advantage using the Software without an Enterprise License.</a:t>
            </a:r>
          </a:p>
          <a:p>
            <a:pPr>
              <a:spcAft>
                <a:spcPts val="400"/>
              </a:spcAft>
              <a:defRPr sz="1300">
                <a:solidFill>
                  <a:srgbClr val="0D0D0C"/>
                </a:solidFill>
              </a:defRPr>
            </a:pPr>
            <a:r>
              <a:t>2.5 *API endpoints:* Exposing the Software via any API, webhook, or network interface accessible by parties other than you personally.</a:t>
            </a:r>
          </a:p>
          <a:p>
            <a:pPr>
              <a:spcAft>
                <a:spcPts val="400"/>
              </a:spcAft>
              <a:defRPr sz="1300">
                <a:solidFill>
                  <a:srgbClr val="0D0D0C"/>
                </a:solidFill>
              </a:defRPr>
            </a:pPr>
            <a:r>
              <a:t>2.6 *Healthcare, legal, financial, government, or defense production use:* Any use in regulated domains involving real data from real subjects without both Enterprise LOI and applicable compliance certifications.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3 — Attribution and Credit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3.1 Any publication, paper, demo, blog post, or public output using or referencing the Software must cite:</a:t>
            </a:r>
          </a:p>
          <a:p>
            <a:pPr>
              <a:spcAft>
                <a:spcPts val="400"/>
              </a:spcAft>
              <a:defRPr sz="1300">
                <a:solidFill>
                  <a:srgbClr val="0D0D0C"/>
                </a:solidFill>
              </a:defRPr>
            </a:pPr>
            <a:r>
              <a:t>Anticloud FZ LLE · 0-1.gg</a:t>
            </a:r>
          </a:p>
          <a:p>
            <a:pPr>
              <a:spcAft>
                <a:spcPts val="400"/>
              </a:spcAft>
              <a:defRPr sz="1300">
                <a:solidFill>
                  <a:srgbClr val="0D0D0C"/>
                </a:solidFill>
              </a:defRPr>
            </a:pPr>
            <a:r>
              <a:t>PAX L5 Narrow L2 General 27B (where applicable)</a:t>
            </a:r>
          </a:p>
          <a:p>
            <a:pPr>
              <a:spcAft>
                <a:spcPts val="400"/>
              </a:spcAft>
              <a:defRPr sz="1300">
                <a:solidFill>
                  <a:srgbClr val="0D0D0C"/>
                </a:solidFill>
              </a:defRPr>
            </a:pPr>
            <a:r>
              <a:t>Harvard Dataverse DOI 10.7910/DVN/YMJKOG</a:t>
            </a:r>
          </a:p>
          <a:p>
            <a:pPr>
              <a:spcAft>
                <a:spcPts val="400"/>
              </a:spcAft>
              <a:defRPr sz="1300">
                <a:solidFill>
                  <a:srgbClr val="0D0D0C"/>
                </a:solidFill>
              </a:defRPr>
            </a:pPr>
            <a:r>
              <a:t>ORCID 0009-0009-2233-6107</a:t>
            </a:r>
          </a:p>
          <a:p>
            <a:pPr>
              <a:spcAft>
                <a:spcPts val="400"/>
              </a:spcAft>
              <a:defRPr sz="1300">
                <a:solidFill>
                  <a:srgbClr val="0D0D0C"/>
                </a:solidFill>
              </a:defRPr>
            </a:pPr>
            <a:r>
              <a:t>3.2 The AIOSS genesis hash 8b4a8a4f6312dfbe885de8280716985637c163fd2a4b5590341d56db1cc4e560 must not be modified or removed from any distributed copy.</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4 — Upgrade Obligation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4.1 If your use evolves beyond the permitted uses in Article 1 at any time — including if you begin serving any client, employer, or external user — you are *immediately obligated* to cease such use and contact sales@0-1.gg within 48 hours to execute an Enterprise LOI.</a:t>
            </a:r>
          </a:p>
          <a:p>
            <a:pPr>
              <a:spcAft>
                <a:spcPts val="400"/>
              </a:spcAft>
              <a:defRPr sz="1300">
                <a:solidFill>
                  <a:srgbClr val="0D0D0C"/>
                </a:solidFill>
              </a:defRPr>
            </a:pPr>
            <a:r>
              <a:t>4.2 Failure to upgrade constitutes a material breach of this LOI and the Anticommons Enterprise License 1.0, subject to remedies including injunctive relief and damages.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5 — Data and Telemetry</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5.1 By signing this LOI, you consent to the installer logging your acceptance (name, organization, timestamp, use case type, anonymized IP hash) to lois@0-1.gg and sales@0-1.gg for compliance and audit purposes.</a:t>
            </a:r>
          </a:p>
          <a:p>
            <a:pPr>
              <a:spcAft>
                <a:spcPts val="400"/>
              </a:spcAft>
              <a:defRPr sz="1300">
                <a:solidFill>
                  <a:srgbClr val="0D0D0C"/>
                </a:solidFill>
              </a:defRPr>
            </a:pPr>
            <a:r>
              <a:t>5.2 No inference data, personal health information, or confidential business data is collected by the installer. Only LOI acceptance metadata is transmitted.</a:t>
            </a:r>
          </a:p>
          <a:p>
            <a:pPr>
              <a:spcAft>
                <a:spcPts val="400"/>
              </a:spcAft>
              <a:defRPr sz="1300">
                <a:solidFill>
                  <a:srgbClr val="0D0D0C"/>
                </a:solidFill>
              </a:defRPr>
            </a:pPr>
            <a:r>
              <a:t>5.3 A copy of this signed LOI is generated as a PDF on your local machine at the time of installation for your records.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6 — Warranty Disclaimer</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6.1 THE SOFTWARE IS PROVIDED "AS IS" WITHOUT WARRANTY OF ANY KIND. Anticloud FZ LLE MAKES NO WARRANTY THAT THE SOFTWARE WILL MEET YOUR REQUIREMENTS OR THAT OPERATION WILL BE UNINTERRUPTED OR ERROR-FREE.</a:t>
            </a:r>
          </a:p>
          <a:p>
            <a:pPr>
              <a:spcAft>
                <a:spcPts val="400"/>
              </a:spcAft>
              <a:defRPr sz="1300">
                <a:solidFill>
                  <a:srgbClr val="0D0D0C"/>
                </a:solidFill>
              </a:defRPr>
            </a:pPr>
            <a:r>
              <a:t>6.2 PAX L5 Narrow L2 General 27B outputs are AI-generated proposals. They are not legal, medical, financial, or professional advice. No output should be acted upon without independent expert review.</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7 — Governing Law</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7.1 This LOI is governed by the laws of the Dubai International Financial Centre (DIFC), UAE. Disputes shall be resolved in DIFC Courts.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Signature Block</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*By signing below (or typing "I AGREE" during installation), you confirm:*</a:t>
            </a:r>
          </a:p>
          <a:p>
            <a:pPr>
              <a:spcAft>
                <a:spcPts val="400"/>
              </a:spcAft>
              <a:defRPr sz="1300">
                <a:solidFill>
                  <a:srgbClr val="0D0D0C"/>
                </a:solidFill>
              </a:defRPr>
            </a:pPr>
            <a:r>
              <a:t>You have read and understood this General LOI in full.</a:t>
            </a:r>
          </a:p>
          <a:p>
            <a:pPr>
              <a:spcAft>
                <a:spcPts val="400"/>
              </a:spcAft>
              <a:defRPr sz="1300">
                <a:solidFill>
                  <a:srgbClr val="0D0D0C"/>
                </a:solidFill>
              </a:defRPr>
            </a:pPr>
            <a:r>
              <a:t>Your use is limited to personal development, testing, archival, and education.</a:t>
            </a:r>
          </a:p>
          <a:p>
            <a:pPr>
              <a:spcAft>
                <a:spcPts val="400"/>
              </a:spcAft>
              <a:defRPr sz="1300">
                <a:solidFill>
                  <a:srgbClr val="0D0D0C"/>
                </a:solidFill>
              </a:defRPr>
            </a:pPr>
            <a:r>
              <a:t>You will contact sales@0-1.gg immediately if your use expands to any client-facing or commercial context.</a:t>
            </a:r>
          </a:p>
          <a:p>
            <a:pPr>
              <a:spcAft>
                <a:spcPts val="400"/>
              </a:spcAft>
              <a:defRPr sz="1300">
                <a:solidFill>
                  <a:srgbClr val="0D0D0C"/>
                </a:solidFill>
              </a:defRPr>
            </a:pPr>
            <a:r>
              <a:t>You consent to LOI acceptance notification being sent to lois@0-1.gg.</a:t>
            </a:r>
          </a:p>
          <a:p>
            <a:pPr>
              <a:spcAft>
                <a:spcPts val="400"/>
              </a:spcAft>
              <a:defRPr sz="1300">
                <a:solidFill>
                  <a:srgbClr val="0D0D0C"/>
                </a:solidFill>
              </a:defRPr>
            </a:pPr>
            <a:r>
              <a:t>*Anticloud FZ LLE*</a:t>
            </a:r>
          </a:p>
          <a:p>
            <a:pPr>
              <a:spcAft>
                <a:spcPts val="400"/>
              </a:spcAft>
              <a:defRPr sz="1300">
                <a:solidFill>
                  <a:srgbClr val="0D0D0C"/>
                </a:solidFill>
              </a:defRPr>
            </a:pPr>
            <a:r>
              <a:t>Lois-Kleinner Alpasan, Founder &amp; CEO</a:t>
            </a:r>
          </a:p>
          <a:p>
            <a:pPr>
              <a:spcAft>
                <a:spcPts val="400"/>
              </a:spcAft>
              <a:defRPr sz="1300">
                <a:solidFill>
                  <a:srgbClr val="0D0D0C"/>
                </a:solidFill>
              </a:defRPr>
            </a:pPr>
            <a:r>
              <a:t>0-1.gg · lois@0-1.gg · ORCID 0009-0009-2233-6107</a:t>
            </a:r>
          </a:p>
          <a:p>
            <a:pPr>
              <a:spcAft>
                <a:spcPts val="400"/>
              </a:spcAft>
              <a:defRPr sz="1300">
                <a:solidFill>
                  <a:srgbClr val="0D0D0C"/>
                </a:solidFill>
              </a:defRPr>
            </a:pPr>
            <a:r>
              <a:t>Anticommons Enterprise License 1.0 · Apache 2.0 · October 2026</a:t>
            </a:r>
          </a:p>
          <a:p>
            <a:pPr>
              <a:spcAft>
                <a:spcPts val="400"/>
              </a:spcAft>
              <a:defRPr sz="1300">
                <a:solidFill>
                  <a:srgbClr val="0D0D0C"/>
                </a:solidFill>
              </a:defRPr>
            </a:pPr>
            <a:r>
              <a:t>Genesis: 8b4a8a4f6312dfbe885de8280716985637c163fd2a4b5590341d56db1cc4e560</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